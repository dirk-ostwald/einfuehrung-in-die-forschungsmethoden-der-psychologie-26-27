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1908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F2772-8518-4E20-9CD8-3485CFC5912B}" type="datetimeFigureOut">
              <a:rPr lang="de-DE" smtClean="0"/>
              <a:t>11.10.2026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364E-8C1F-4F84-A1DB-944AA89630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57673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F2772-8518-4E20-9CD8-3485CFC5912B}" type="datetimeFigureOut">
              <a:rPr lang="de-DE" smtClean="0"/>
              <a:t>11.10.2026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364E-8C1F-4F84-A1DB-944AA89630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95096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F2772-8518-4E20-9CD8-3485CFC5912B}" type="datetimeFigureOut">
              <a:rPr lang="de-DE" smtClean="0"/>
              <a:t>11.10.2026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364E-8C1F-4F84-A1DB-944AA89630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0985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F2772-8518-4E20-9CD8-3485CFC5912B}" type="datetimeFigureOut">
              <a:rPr lang="de-DE" smtClean="0"/>
              <a:t>11.10.2026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364E-8C1F-4F84-A1DB-944AA89630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98763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F2772-8518-4E20-9CD8-3485CFC5912B}" type="datetimeFigureOut">
              <a:rPr lang="de-DE" smtClean="0"/>
              <a:t>11.10.2026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364E-8C1F-4F84-A1DB-944AA89630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10499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F2772-8518-4E20-9CD8-3485CFC5912B}" type="datetimeFigureOut">
              <a:rPr lang="de-DE" smtClean="0"/>
              <a:t>11.10.2026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364E-8C1F-4F84-A1DB-944AA89630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00578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F2772-8518-4E20-9CD8-3485CFC5912B}" type="datetimeFigureOut">
              <a:rPr lang="de-DE" smtClean="0"/>
              <a:t>11.10.2026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364E-8C1F-4F84-A1DB-944AA89630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17656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F2772-8518-4E20-9CD8-3485CFC5912B}" type="datetimeFigureOut">
              <a:rPr lang="de-DE" smtClean="0"/>
              <a:t>11.10.2026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364E-8C1F-4F84-A1DB-944AA89630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99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F2772-8518-4E20-9CD8-3485CFC5912B}" type="datetimeFigureOut">
              <a:rPr lang="de-DE" smtClean="0"/>
              <a:t>11.10.2026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364E-8C1F-4F84-A1DB-944AA89630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1478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F2772-8518-4E20-9CD8-3485CFC5912B}" type="datetimeFigureOut">
              <a:rPr lang="de-DE" smtClean="0"/>
              <a:t>11.10.2026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364E-8C1F-4F84-A1DB-944AA89630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8203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F2772-8518-4E20-9CD8-3485CFC5912B}" type="datetimeFigureOut">
              <a:rPr lang="de-DE" smtClean="0"/>
              <a:t>11.10.2026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364E-8C1F-4F84-A1DB-944AA89630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0455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2F2772-8518-4E20-9CD8-3485CFC5912B}" type="datetimeFigureOut">
              <a:rPr lang="de-DE" smtClean="0"/>
              <a:t>11.10.2026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F0364E-8C1F-4F84-A1DB-944AA89630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5316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 descr="Ein Bild, das Zeichnung, Baum, Bild, Kunst enthält.&#10;&#10;KI-generierte Inhalte können fehlerhaft sein.">
            <a:extLst>
              <a:ext uri="{FF2B5EF4-FFF2-40B4-BE49-F238E27FC236}">
                <a16:creationId xmlns:a16="http://schemas.microsoft.com/office/drawing/2014/main" id="{B0971FB7-87DE-5BA6-2490-1603337E67EA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29" y="0"/>
            <a:ext cx="8589446" cy="6858000"/>
          </a:xfrm>
          <a:prstGeom prst="rect">
            <a:avLst/>
          </a:prstGeom>
        </p:spPr>
      </p:pic>
      <p:pic>
        <p:nvPicPr>
          <p:cNvPr id="16" name="Grafik 15" descr="Ein Bild, das Menschliches Gesicht, Bild, Kleidung, Porträt enthält.&#10;&#10;KI-generierte Inhalte können fehlerhaft sein.">
            <a:extLst>
              <a:ext uri="{FF2B5EF4-FFF2-40B4-BE49-F238E27FC236}">
                <a16:creationId xmlns:a16="http://schemas.microsoft.com/office/drawing/2014/main" id="{CA080385-0BD9-CD40-F371-6E1E09DB85D8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10" r="23413" b="42639"/>
          <a:stretch>
            <a:fillRect/>
          </a:stretch>
        </p:blipFill>
        <p:spPr>
          <a:xfrm>
            <a:off x="704850" y="352425"/>
            <a:ext cx="2228850" cy="267387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EB9515B1-0233-CA63-9A4B-79F487454BAB}"/>
              </a:ext>
            </a:extLst>
          </p:cNvPr>
          <p:cNvSpPr txBox="1"/>
          <p:nvPr/>
        </p:nvSpPr>
        <p:spPr>
          <a:xfrm>
            <a:off x="502856" y="5681960"/>
            <a:ext cx="83247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>
                <a:solidFill>
                  <a:schemeClr val="bg1"/>
                </a:solidFill>
                <a:latin typeface="+mj-lt"/>
              </a:rPr>
              <a:t>Magdeburger Halbkugeln - Atmosphärischer Luftdruck vs. Vakuum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C53D543F-78B0-2AC5-4338-371695B080F7}"/>
              </a:ext>
            </a:extLst>
          </p:cNvPr>
          <p:cNvSpPr txBox="1"/>
          <p:nvPr/>
        </p:nvSpPr>
        <p:spPr>
          <a:xfrm>
            <a:off x="3767339" y="6143625"/>
            <a:ext cx="17957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  <a:latin typeface="+mj-lt"/>
              </a:rPr>
              <a:t>Regensburg 1657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C30D1195-342A-4F77-79EB-B6B38AA570F2}"/>
              </a:ext>
            </a:extLst>
          </p:cNvPr>
          <p:cNvSpPr txBox="1"/>
          <p:nvPr/>
        </p:nvSpPr>
        <p:spPr>
          <a:xfrm>
            <a:off x="950479" y="2300585"/>
            <a:ext cx="17375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>
                <a:solidFill>
                  <a:schemeClr val="bg1"/>
                </a:solidFill>
                <a:latin typeface="+mj-lt"/>
              </a:rPr>
              <a:t>Otto Gericke</a:t>
            </a:r>
          </a:p>
          <a:p>
            <a:pPr algn="ctr"/>
            <a:r>
              <a:rPr lang="de-DE" sz="1600">
                <a:solidFill>
                  <a:schemeClr val="bg1"/>
                </a:solidFill>
                <a:latin typeface="+mj-lt"/>
              </a:rPr>
              <a:t>1602-1686</a:t>
            </a:r>
            <a:endParaRPr lang="de-DE" sz="16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034549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13</Words>
  <Application>Microsoft Office PowerPoint</Application>
  <PresentationFormat>Bildschirmpräsentation (4:3)</PresentationFormat>
  <Paragraphs>4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Dirk Ostwald</dc:creator>
  <cp:lastModifiedBy>Dirk Ostwald</cp:lastModifiedBy>
  <cp:revision>12</cp:revision>
  <dcterms:created xsi:type="dcterms:W3CDTF">2021-10-03T09:17:04Z</dcterms:created>
  <dcterms:modified xsi:type="dcterms:W3CDTF">2026-10-11T09:00:10Z</dcterms:modified>
</cp:coreProperties>
</file>