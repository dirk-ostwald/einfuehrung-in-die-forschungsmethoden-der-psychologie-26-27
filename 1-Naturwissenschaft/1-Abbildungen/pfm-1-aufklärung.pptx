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767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09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098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876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049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57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65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99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47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20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45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531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Bild, Im Haus, Kleidung, Kunst enthält.&#10;&#10;Automatisch generierte Beschreibung">
            <a:extLst>
              <a:ext uri="{FF2B5EF4-FFF2-40B4-BE49-F238E27FC236}">
                <a16:creationId xmlns:a16="http://schemas.microsoft.com/office/drawing/2014/main" id="{C8521F46-0539-9552-DB08-8FED16A19384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86" y="415089"/>
            <a:ext cx="9144000" cy="602428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FD2F2338-FE27-4F69-B668-45E11E4447C0}"/>
              </a:ext>
            </a:extLst>
          </p:cNvPr>
          <p:cNvSpPr/>
          <p:nvPr/>
        </p:nvSpPr>
        <p:spPr>
          <a:xfrm>
            <a:off x="-20691" y="-1770"/>
            <a:ext cx="9144000" cy="68580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E4B959-99FE-41D7-AB95-F72897704228}"/>
              </a:ext>
            </a:extLst>
          </p:cNvPr>
          <p:cNvSpPr txBox="1"/>
          <p:nvPr/>
        </p:nvSpPr>
        <p:spPr>
          <a:xfrm>
            <a:off x="1178457" y="1473410"/>
            <a:ext cx="674570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000" b="0" i="1" dirty="0"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Aufklärung ist der Ausgang des Menschen aus seiner selbstverschuldeten Unmündigkeit</a:t>
            </a:r>
            <a:r>
              <a:rPr lang="de-DE" sz="2000" b="0" dirty="0"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.  </a:t>
            </a:r>
          </a:p>
          <a:p>
            <a:pPr algn="just"/>
            <a:endParaRPr lang="de-DE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de-DE" sz="2000" b="0" dirty="0"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Unmündigkeit ist das Unvermögen, sich seines Verstandes ohne Leitung eines anderen zu bedienen. </a:t>
            </a:r>
          </a:p>
          <a:p>
            <a:pPr algn="just"/>
            <a:endParaRPr lang="de-DE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de-DE" sz="2000" b="0" dirty="0"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Selbstverschuldet ist diese Unmündigkeit, wenn die Ursache derselben nicht am Mangel des Verstandes, sondern der Entschließung und des Mutes liegt, sich seiner ohne Leitung eines andern zu bedienen. </a:t>
            </a:r>
          </a:p>
          <a:p>
            <a:pPr algn="just"/>
            <a:endParaRPr lang="de-DE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de-DE" sz="2000" b="0" i="1" dirty="0"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Sapere </a:t>
            </a:r>
            <a:r>
              <a:rPr lang="de-DE" sz="2000" b="0" i="1" dirty="0" err="1"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aude</a:t>
            </a:r>
            <a:r>
              <a:rPr lang="de-DE" sz="2000" b="0" i="1" dirty="0"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! Habe Mut, dich deines eigenen Verstandes zu bedienen!</a:t>
            </a:r>
            <a:r>
              <a:rPr lang="de-DE" sz="2000" b="0" dirty="0"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ist also der Wahlspruch der Aufklärung.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BB9250F-E6A5-4379-B715-B4B4AE78167D}"/>
              </a:ext>
            </a:extLst>
          </p:cNvPr>
          <p:cNvSpPr txBox="1"/>
          <p:nvPr/>
        </p:nvSpPr>
        <p:spPr>
          <a:xfrm>
            <a:off x="1178458" y="791985"/>
            <a:ext cx="674570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3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Naturwissenschaft und Aufklärung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662C1E9-B5CB-4079-BCD0-DFBB6177F6F1}"/>
              </a:ext>
            </a:extLst>
          </p:cNvPr>
          <p:cNvSpPr txBox="1"/>
          <p:nvPr/>
        </p:nvSpPr>
        <p:spPr>
          <a:xfrm>
            <a:off x="4457701" y="5696683"/>
            <a:ext cx="346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de-DE" sz="1100" b="0" i="1" dirty="0">
                <a:solidFill>
                  <a:srgbClr val="202122"/>
                </a:solidFill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Kant, I (</a:t>
            </a:r>
            <a:r>
              <a:rPr lang="de-DE" sz="1100" i="1" dirty="0">
                <a:solidFill>
                  <a:srgbClr val="20212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1784) Berlinische Monatszeitschrift</a:t>
            </a:r>
            <a:r>
              <a:rPr lang="de-DE" sz="1100" b="0" i="1" dirty="0">
                <a:solidFill>
                  <a:srgbClr val="202122"/>
                </a:solidFill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S.481-494</a:t>
            </a:r>
            <a:endParaRPr lang="de-DE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54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93</Words>
  <Application>Microsoft Office PowerPoint</Application>
  <PresentationFormat>Bildschirmpräsentation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Sans Serif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10</cp:revision>
  <dcterms:created xsi:type="dcterms:W3CDTF">2021-10-03T09:17:04Z</dcterms:created>
  <dcterms:modified xsi:type="dcterms:W3CDTF">2025-10-10T11:51:46Z</dcterms:modified>
</cp:coreProperties>
</file>