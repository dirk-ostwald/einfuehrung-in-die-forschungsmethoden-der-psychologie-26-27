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90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767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5096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0985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8763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049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0578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7656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99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1478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8203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0455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F2772-8518-4E20-9CD8-3485CFC5912B}" type="datetimeFigureOut">
              <a:rPr lang="de-DE" smtClean="0"/>
              <a:t>10.10.2025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0364E-8C1F-4F84-A1DB-944AA89630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531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Altar enthält.&#10;&#10;Automatisch generierte Beschreibung">
            <a:extLst>
              <a:ext uri="{FF2B5EF4-FFF2-40B4-BE49-F238E27FC236}">
                <a16:creationId xmlns:a16="http://schemas.microsoft.com/office/drawing/2014/main" id="{4D983321-1022-4A6F-8937-6E2F27B4D32A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82" y="409682"/>
            <a:ext cx="8475835" cy="60386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FD2F2338-FE27-4F69-B668-45E11E4447C0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2E4B959-99FE-41D7-AB95-F72897704228}"/>
              </a:ext>
            </a:extLst>
          </p:cNvPr>
          <p:cNvSpPr txBox="1"/>
          <p:nvPr/>
        </p:nvSpPr>
        <p:spPr>
          <a:xfrm>
            <a:off x="1447800" y="1748641"/>
            <a:ext cx="68707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Wissenschaft bezeichnet den methodischen Prozess intersubjektiv </a:t>
            </a:r>
          </a:p>
          <a:p>
            <a:r>
              <a:rPr lang="de-DE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nachvollziehbaren Forschens und Erkennens in einem bestimmten Bereich, der nach herkömmlichem Verständnis ein begründetes, geordnetes und gesichertes Wissen hervorbringt. </a:t>
            </a:r>
          </a:p>
          <a:p>
            <a:endParaRPr lang="de-DE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r>
              <a:rPr lang="de-DE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Wissenschaft kennzeichnet entsprechend das gesicherte und in einen rationalen Begründungszusammenhang gestellte Wissen, welches kommunizierbar und überprüfbar ist sowie bestimmten wissenschaftlichen Kriterien folgt. </a:t>
            </a:r>
          </a:p>
          <a:p>
            <a:endParaRPr lang="de-DE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r>
              <a:rPr lang="de-DE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Wissenschaft bezeichnet somit ein zusammenhängendes System von Aussagen, Theorien und Verfahrensweisen, das strengen Prüfungen der Geltung unterzogen wurde und mit dem Anspruch objektiver, überpersönlicher Gültigkeit verbunden ist.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BB9250F-E6A5-4379-B715-B4B4AE78167D}"/>
              </a:ext>
            </a:extLst>
          </p:cNvPr>
          <p:cNvSpPr txBox="1"/>
          <p:nvPr/>
        </p:nvSpPr>
        <p:spPr>
          <a:xfrm>
            <a:off x="1447800" y="1156865"/>
            <a:ext cx="687070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3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Wissenschaft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662C1E9-B5CB-4079-BCD0-DFBB6177F6F1}"/>
              </a:ext>
            </a:extLst>
          </p:cNvPr>
          <p:cNvSpPr txBox="1"/>
          <p:nvPr/>
        </p:nvSpPr>
        <p:spPr>
          <a:xfrm>
            <a:off x="3765277" y="5866480"/>
            <a:ext cx="4370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de-DE" sz="1100" b="0" i="1" dirty="0">
                <a:solidFill>
                  <a:srgbClr val="202122"/>
                </a:solidFill>
                <a:effectLst/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Carrier, M. (2011) Lexikon der Philosophie, Reclam, Stuttgart, S. 312</a:t>
            </a:r>
            <a:endParaRPr lang="de-DE" i="1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054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103</Words>
  <Application>Microsoft Office PowerPoint</Application>
  <PresentationFormat>Bildschirmpräsentation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CMU Sans Serif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Dirk Ostwald</dc:creator>
  <cp:lastModifiedBy>Dirk Ostwald</cp:lastModifiedBy>
  <cp:revision>6</cp:revision>
  <dcterms:created xsi:type="dcterms:W3CDTF">2021-10-03T09:17:04Z</dcterms:created>
  <dcterms:modified xsi:type="dcterms:W3CDTF">2025-10-10T11:58:50Z</dcterms:modified>
</cp:coreProperties>
</file>