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767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09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9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76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049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57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65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47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20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45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31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Zeichnung, Baum, Bild, Kunst enthält.&#10;&#10;KI-generierte Inhalte können fehlerhaft sein.">
            <a:extLst>
              <a:ext uri="{FF2B5EF4-FFF2-40B4-BE49-F238E27FC236}">
                <a16:creationId xmlns:a16="http://schemas.microsoft.com/office/drawing/2014/main" id="{B0971FB7-87DE-5BA6-2490-1603337E67E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96" y="442210"/>
            <a:ext cx="7648206" cy="616267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FD2F2338-FE27-4F69-B668-45E11E4447C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ABC664-7626-2CD9-6ADD-F57B1C356CFB}"/>
              </a:ext>
            </a:extLst>
          </p:cNvPr>
          <p:cNvGrpSpPr/>
          <p:nvPr/>
        </p:nvGrpSpPr>
        <p:grpSpPr>
          <a:xfrm>
            <a:off x="1590366" y="1578506"/>
            <a:ext cx="5963266" cy="4373586"/>
            <a:chOff x="1590366" y="1578506"/>
            <a:chExt cx="5963266" cy="4373586"/>
          </a:xfrm>
        </p:grpSpPr>
        <p:sp>
          <p:nvSpPr>
            <p:cNvPr id="11" name="Pfeil: gebogen 10">
              <a:extLst>
                <a:ext uri="{FF2B5EF4-FFF2-40B4-BE49-F238E27FC236}">
                  <a16:creationId xmlns:a16="http://schemas.microsoft.com/office/drawing/2014/main" id="{13F6A299-73FB-8BD3-BA1F-E2C8BA3211C0}"/>
                </a:ext>
              </a:extLst>
            </p:cNvPr>
            <p:cNvSpPr/>
            <p:nvPr/>
          </p:nvSpPr>
          <p:spPr>
            <a:xfrm>
              <a:off x="2385206" y="1578506"/>
              <a:ext cx="4373586" cy="4373586"/>
            </a:xfrm>
            <a:prstGeom prst="circularArrow">
              <a:avLst>
                <a:gd name="adj1" fmla="val 4668"/>
                <a:gd name="adj2" fmla="val 272909"/>
                <a:gd name="adj3" fmla="val 12952142"/>
                <a:gd name="adj4" fmla="val 17949044"/>
                <a:gd name="adj5" fmla="val 4847"/>
              </a:avLst>
            </a:prstGeom>
            <a:solidFill>
              <a:schemeClr val="bg1">
                <a:lumMod val="75000"/>
              </a:schemeClr>
            </a:solidFill>
            <a:scene3d>
              <a:camera prst="orthographicFront"/>
              <a:lightRig rig="chilly" dir="t"/>
            </a:scene3d>
            <a:sp3d z="-12700" extrusionH="1700" prstMaterial="translucentPowder">
              <a:bevelT w="25400" h="6350" prst="softRound"/>
              <a:bevelB w="0" h="0" prst="convex"/>
            </a:sp3d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3954E9E-1233-0E5C-C7BA-2B1673250149}"/>
                </a:ext>
              </a:extLst>
            </p:cNvPr>
            <p:cNvSpPr/>
            <p:nvPr/>
          </p:nvSpPr>
          <p:spPr>
            <a:xfrm>
              <a:off x="3160774" y="2051083"/>
              <a:ext cx="2822450" cy="704364"/>
            </a:xfrm>
            <a:custGeom>
              <a:avLst/>
              <a:gdLst>
                <a:gd name="connsiteX0" fmla="*/ 0 w 2822450"/>
                <a:gd name="connsiteY0" fmla="*/ 109076 h 654441"/>
                <a:gd name="connsiteX1" fmla="*/ 109076 w 2822450"/>
                <a:gd name="connsiteY1" fmla="*/ 0 h 654441"/>
                <a:gd name="connsiteX2" fmla="*/ 2713374 w 2822450"/>
                <a:gd name="connsiteY2" fmla="*/ 0 h 654441"/>
                <a:gd name="connsiteX3" fmla="*/ 2822450 w 2822450"/>
                <a:gd name="connsiteY3" fmla="*/ 109076 h 654441"/>
                <a:gd name="connsiteX4" fmla="*/ 2822450 w 2822450"/>
                <a:gd name="connsiteY4" fmla="*/ 545365 h 654441"/>
                <a:gd name="connsiteX5" fmla="*/ 2713374 w 2822450"/>
                <a:gd name="connsiteY5" fmla="*/ 654441 h 654441"/>
                <a:gd name="connsiteX6" fmla="*/ 109076 w 2822450"/>
                <a:gd name="connsiteY6" fmla="*/ 654441 h 654441"/>
                <a:gd name="connsiteX7" fmla="*/ 0 w 2822450"/>
                <a:gd name="connsiteY7" fmla="*/ 545365 h 654441"/>
                <a:gd name="connsiteX8" fmla="*/ 0 w 2822450"/>
                <a:gd name="connsiteY8" fmla="*/ 109076 h 654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2450" h="654441">
                  <a:moveTo>
                    <a:pt x="0" y="109076"/>
                  </a:moveTo>
                  <a:cubicBezTo>
                    <a:pt x="0" y="48835"/>
                    <a:pt x="48835" y="0"/>
                    <a:pt x="109076" y="0"/>
                  </a:cubicBezTo>
                  <a:lnTo>
                    <a:pt x="2713374" y="0"/>
                  </a:lnTo>
                  <a:cubicBezTo>
                    <a:pt x="2773615" y="0"/>
                    <a:pt x="2822450" y="48835"/>
                    <a:pt x="2822450" y="109076"/>
                  </a:cubicBezTo>
                  <a:lnTo>
                    <a:pt x="2822450" y="545365"/>
                  </a:lnTo>
                  <a:cubicBezTo>
                    <a:pt x="2822450" y="605606"/>
                    <a:pt x="2773615" y="654441"/>
                    <a:pt x="2713374" y="654441"/>
                  </a:cubicBezTo>
                  <a:lnTo>
                    <a:pt x="109076" y="654441"/>
                  </a:lnTo>
                  <a:cubicBezTo>
                    <a:pt x="48835" y="654441"/>
                    <a:pt x="0" y="605606"/>
                    <a:pt x="0" y="545365"/>
                  </a:cubicBezTo>
                  <a:lnTo>
                    <a:pt x="0" y="109076"/>
                  </a:lnTo>
                  <a:close/>
                </a:path>
              </a:pathLst>
            </a:cu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387" tIns="123387" rIns="123387" bIns="123387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400" kern="12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Theorie</a:t>
              </a:r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66859757-11AE-7A5C-53A4-A6DC3697847C}"/>
                </a:ext>
              </a:extLst>
            </p:cNvPr>
            <p:cNvSpPr/>
            <p:nvPr/>
          </p:nvSpPr>
          <p:spPr>
            <a:xfrm>
              <a:off x="4731182" y="3529564"/>
              <a:ext cx="2822450" cy="838296"/>
            </a:xfrm>
            <a:custGeom>
              <a:avLst/>
              <a:gdLst>
                <a:gd name="connsiteX0" fmla="*/ 0 w 2822450"/>
                <a:gd name="connsiteY0" fmla="*/ 139719 h 838296"/>
                <a:gd name="connsiteX1" fmla="*/ 139719 w 2822450"/>
                <a:gd name="connsiteY1" fmla="*/ 0 h 838296"/>
                <a:gd name="connsiteX2" fmla="*/ 2682731 w 2822450"/>
                <a:gd name="connsiteY2" fmla="*/ 0 h 838296"/>
                <a:gd name="connsiteX3" fmla="*/ 2822450 w 2822450"/>
                <a:gd name="connsiteY3" fmla="*/ 139719 h 838296"/>
                <a:gd name="connsiteX4" fmla="*/ 2822450 w 2822450"/>
                <a:gd name="connsiteY4" fmla="*/ 698577 h 838296"/>
                <a:gd name="connsiteX5" fmla="*/ 2682731 w 2822450"/>
                <a:gd name="connsiteY5" fmla="*/ 838296 h 838296"/>
                <a:gd name="connsiteX6" fmla="*/ 139719 w 2822450"/>
                <a:gd name="connsiteY6" fmla="*/ 838296 h 838296"/>
                <a:gd name="connsiteX7" fmla="*/ 0 w 2822450"/>
                <a:gd name="connsiteY7" fmla="*/ 698577 h 838296"/>
                <a:gd name="connsiteX8" fmla="*/ 0 w 2822450"/>
                <a:gd name="connsiteY8" fmla="*/ 139719 h 838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2450" h="838296">
                  <a:moveTo>
                    <a:pt x="0" y="139719"/>
                  </a:moveTo>
                  <a:cubicBezTo>
                    <a:pt x="0" y="62554"/>
                    <a:pt x="62554" y="0"/>
                    <a:pt x="139719" y="0"/>
                  </a:cubicBezTo>
                  <a:lnTo>
                    <a:pt x="2682731" y="0"/>
                  </a:lnTo>
                  <a:cubicBezTo>
                    <a:pt x="2759896" y="0"/>
                    <a:pt x="2822450" y="62554"/>
                    <a:pt x="2822450" y="139719"/>
                  </a:cubicBezTo>
                  <a:lnTo>
                    <a:pt x="2822450" y="698577"/>
                  </a:lnTo>
                  <a:cubicBezTo>
                    <a:pt x="2822450" y="775742"/>
                    <a:pt x="2759896" y="838296"/>
                    <a:pt x="2682731" y="838296"/>
                  </a:cubicBezTo>
                  <a:lnTo>
                    <a:pt x="139719" y="838296"/>
                  </a:lnTo>
                  <a:cubicBezTo>
                    <a:pt x="62554" y="838296"/>
                    <a:pt x="0" y="775742"/>
                    <a:pt x="0" y="698577"/>
                  </a:cubicBezTo>
                  <a:lnTo>
                    <a:pt x="0" y="139719"/>
                  </a:lnTo>
                  <a:close/>
                </a:path>
              </a:pathLst>
            </a:cu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2362" tIns="132362" rIns="132362" bIns="1323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400" kern="12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Vorhersage</a:t>
              </a:r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5365EE19-DE63-3B4C-8DFD-57CA65D7C722}"/>
                </a:ext>
              </a:extLst>
            </p:cNvPr>
            <p:cNvSpPr/>
            <p:nvPr/>
          </p:nvSpPr>
          <p:spPr>
            <a:xfrm>
              <a:off x="3160774" y="5130659"/>
              <a:ext cx="2822450" cy="776921"/>
            </a:xfrm>
            <a:custGeom>
              <a:avLst/>
              <a:gdLst>
                <a:gd name="connsiteX0" fmla="*/ 0 w 2822450"/>
                <a:gd name="connsiteY0" fmla="*/ 129489 h 776921"/>
                <a:gd name="connsiteX1" fmla="*/ 129489 w 2822450"/>
                <a:gd name="connsiteY1" fmla="*/ 0 h 776921"/>
                <a:gd name="connsiteX2" fmla="*/ 2692961 w 2822450"/>
                <a:gd name="connsiteY2" fmla="*/ 0 h 776921"/>
                <a:gd name="connsiteX3" fmla="*/ 2822450 w 2822450"/>
                <a:gd name="connsiteY3" fmla="*/ 129489 h 776921"/>
                <a:gd name="connsiteX4" fmla="*/ 2822450 w 2822450"/>
                <a:gd name="connsiteY4" fmla="*/ 647432 h 776921"/>
                <a:gd name="connsiteX5" fmla="*/ 2692961 w 2822450"/>
                <a:gd name="connsiteY5" fmla="*/ 776921 h 776921"/>
                <a:gd name="connsiteX6" fmla="*/ 129489 w 2822450"/>
                <a:gd name="connsiteY6" fmla="*/ 776921 h 776921"/>
                <a:gd name="connsiteX7" fmla="*/ 0 w 2822450"/>
                <a:gd name="connsiteY7" fmla="*/ 647432 h 776921"/>
                <a:gd name="connsiteX8" fmla="*/ 0 w 2822450"/>
                <a:gd name="connsiteY8" fmla="*/ 129489 h 776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2450" h="776921">
                  <a:moveTo>
                    <a:pt x="0" y="129489"/>
                  </a:moveTo>
                  <a:cubicBezTo>
                    <a:pt x="0" y="57974"/>
                    <a:pt x="57974" y="0"/>
                    <a:pt x="129489" y="0"/>
                  </a:cubicBezTo>
                  <a:lnTo>
                    <a:pt x="2692961" y="0"/>
                  </a:lnTo>
                  <a:cubicBezTo>
                    <a:pt x="2764476" y="0"/>
                    <a:pt x="2822450" y="57974"/>
                    <a:pt x="2822450" y="129489"/>
                  </a:cubicBezTo>
                  <a:lnTo>
                    <a:pt x="2822450" y="647432"/>
                  </a:lnTo>
                  <a:cubicBezTo>
                    <a:pt x="2822450" y="718947"/>
                    <a:pt x="2764476" y="776921"/>
                    <a:pt x="2692961" y="776921"/>
                  </a:cubicBezTo>
                  <a:lnTo>
                    <a:pt x="129489" y="776921"/>
                  </a:lnTo>
                  <a:cubicBezTo>
                    <a:pt x="57974" y="776921"/>
                    <a:pt x="0" y="718947"/>
                    <a:pt x="0" y="647432"/>
                  </a:cubicBezTo>
                  <a:lnTo>
                    <a:pt x="0" y="129489"/>
                  </a:lnTo>
                  <a:close/>
                </a:path>
              </a:pathLst>
            </a:cu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9366" tIns="129366" rIns="129366" bIns="12936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400" kern="120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Empirie</a:t>
              </a:r>
              <a:endParaRPr lang="de-DE" sz="2400" kern="1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7CEFF8C-EA8D-A1F8-6C37-CCD96B96730B}"/>
                </a:ext>
              </a:extLst>
            </p:cNvPr>
            <p:cNvSpPr/>
            <p:nvPr/>
          </p:nvSpPr>
          <p:spPr>
            <a:xfrm>
              <a:off x="1590366" y="3523548"/>
              <a:ext cx="2822450" cy="838296"/>
            </a:xfrm>
            <a:custGeom>
              <a:avLst/>
              <a:gdLst>
                <a:gd name="connsiteX0" fmla="*/ 0 w 2822450"/>
                <a:gd name="connsiteY0" fmla="*/ 123430 h 740568"/>
                <a:gd name="connsiteX1" fmla="*/ 123430 w 2822450"/>
                <a:gd name="connsiteY1" fmla="*/ 0 h 740568"/>
                <a:gd name="connsiteX2" fmla="*/ 2699020 w 2822450"/>
                <a:gd name="connsiteY2" fmla="*/ 0 h 740568"/>
                <a:gd name="connsiteX3" fmla="*/ 2822450 w 2822450"/>
                <a:gd name="connsiteY3" fmla="*/ 123430 h 740568"/>
                <a:gd name="connsiteX4" fmla="*/ 2822450 w 2822450"/>
                <a:gd name="connsiteY4" fmla="*/ 617138 h 740568"/>
                <a:gd name="connsiteX5" fmla="*/ 2699020 w 2822450"/>
                <a:gd name="connsiteY5" fmla="*/ 740568 h 740568"/>
                <a:gd name="connsiteX6" fmla="*/ 123430 w 2822450"/>
                <a:gd name="connsiteY6" fmla="*/ 740568 h 740568"/>
                <a:gd name="connsiteX7" fmla="*/ 0 w 2822450"/>
                <a:gd name="connsiteY7" fmla="*/ 617138 h 740568"/>
                <a:gd name="connsiteX8" fmla="*/ 0 w 2822450"/>
                <a:gd name="connsiteY8" fmla="*/ 123430 h 740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2450" h="740568">
                  <a:moveTo>
                    <a:pt x="0" y="123430"/>
                  </a:moveTo>
                  <a:cubicBezTo>
                    <a:pt x="0" y="55261"/>
                    <a:pt x="55261" y="0"/>
                    <a:pt x="123430" y="0"/>
                  </a:cubicBezTo>
                  <a:lnTo>
                    <a:pt x="2699020" y="0"/>
                  </a:lnTo>
                  <a:cubicBezTo>
                    <a:pt x="2767189" y="0"/>
                    <a:pt x="2822450" y="55261"/>
                    <a:pt x="2822450" y="123430"/>
                  </a:cubicBezTo>
                  <a:lnTo>
                    <a:pt x="2822450" y="617138"/>
                  </a:lnTo>
                  <a:cubicBezTo>
                    <a:pt x="2822450" y="685307"/>
                    <a:pt x="2767189" y="740568"/>
                    <a:pt x="2699020" y="740568"/>
                  </a:cubicBezTo>
                  <a:lnTo>
                    <a:pt x="123430" y="740568"/>
                  </a:lnTo>
                  <a:cubicBezTo>
                    <a:pt x="55261" y="740568"/>
                    <a:pt x="0" y="685307"/>
                    <a:pt x="0" y="617138"/>
                  </a:cubicBezTo>
                  <a:lnTo>
                    <a:pt x="0" y="123430"/>
                  </a:lnTo>
                  <a:close/>
                </a:path>
              </a:pathLst>
            </a:cu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592" tIns="127592" rIns="127592" bIns="12759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400" kern="1200" dirty="0"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Analyse</a:t>
              </a: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0CEC9590-7BE0-4BEA-B49F-49088FCCCD8A}"/>
              </a:ext>
            </a:extLst>
          </p:cNvPr>
          <p:cNvSpPr txBox="1"/>
          <p:nvPr/>
        </p:nvSpPr>
        <p:spPr>
          <a:xfrm>
            <a:off x="2433173" y="860517"/>
            <a:ext cx="594290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Naturwissenschaftlicher Prozess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1CEB94D-1377-4E47-B9C2-F9E9BB4D95B2}"/>
              </a:ext>
            </a:extLst>
          </p:cNvPr>
          <p:cNvSpPr txBox="1"/>
          <p:nvPr/>
        </p:nvSpPr>
        <p:spPr>
          <a:xfrm>
            <a:off x="5866006" y="2920425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Deduktion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910175A-F790-4DF5-9A9D-4B6E1780C075}"/>
              </a:ext>
            </a:extLst>
          </p:cNvPr>
          <p:cNvSpPr txBox="1"/>
          <p:nvPr/>
        </p:nvSpPr>
        <p:spPr>
          <a:xfrm>
            <a:off x="2193597" y="2920425"/>
            <a:ext cx="108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Induktion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EA2BA7E-4072-401B-80FB-76172EF1348B}"/>
              </a:ext>
            </a:extLst>
          </p:cNvPr>
          <p:cNvSpPr txBox="1"/>
          <p:nvPr/>
        </p:nvSpPr>
        <p:spPr>
          <a:xfrm>
            <a:off x="3671457" y="1623316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Allgemeiner Fall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E222A81-6944-4F26-927C-8C304CC3DBCA}"/>
              </a:ext>
            </a:extLst>
          </p:cNvPr>
          <p:cNvSpPr txBox="1"/>
          <p:nvPr/>
        </p:nvSpPr>
        <p:spPr>
          <a:xfrm>
            <a:off x="3782865" y="5966017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Spezieller Fall</a:t>
            </a:r>
          </a:p>
        </p:txBody>
      </p:sp>
    </p:spTree>
    <p:extLst>
      <p:ext uri="{BB962C8B-B14F-4D97-AF65-F5344CB8AC3E}">
        <p14:creationId xmlns:p14="http://schemas.microsoft.com/office/powerpoint/2010/main" val="300345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</Words>
  <Application>Microsoft Office PowerPoint</Application>
  <PresentationFormat>Bildschirmpräsentation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Sans Serif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10</cp:revision>
  <dcterms:created xsi:type="dcterms:W3CDTF">2021-10-03T09:17:04Z</dcterms:created>
  <dcterms:modified xsi:type="dcterms:W3CDTF">2025-10-10T11:54:27Z</dcterms:modified>
</cp:coreProperties>
</file>